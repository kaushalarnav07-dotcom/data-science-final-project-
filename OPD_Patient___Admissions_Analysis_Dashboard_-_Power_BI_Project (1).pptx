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70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OPD Patient &amp; Admissions Analysis Dashboard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Power BI | Chandigarh Group of Colleges, Jhanjeri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Kaushal  |  2420675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AI&amp;DS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Ashima And Mrs. Mandeep</a:t>
            </a:r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July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Power BI Service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DD72AD-16B0-D036-2F37-64AB70B0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dashboard solve?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tracked OPD admissions, bed occupancy, and billing manually, with no single view tying patient volume, length of stay, and revenue together — so trends by condition and month took days to spot.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Manager and Hospital Administration team who needed a live view of patient inflow, condition mix, and billing performance without compiling weekly Excel reports.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clean the raw dataset using Power Query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 schema data model with correct relationships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 least 5 meaningful DAX measures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multi-page dashboard with 5+ visual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final report to Power BI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54096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45536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092382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0" y="129338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25312" y="1768221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97480"/>
          <a:ext cx="5029200" cy="231648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identifier for record-level 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Admission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dimension — monthly trend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grouping for slicers and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— base for SUM and KPI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Bed/room occupancy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Elective / Urgent / Emergency slicer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rows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0" y="3113532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25312" y="3059321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data types (Date, Number)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3522726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943600" y="3420509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for clarity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53605" y="3901059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925312" y="3841623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incomplete admission records –None 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0" y="4279392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925312" y="423693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LOS_Days and Admission Month calculated columns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&amp; relationships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5A36-9CF8-558A-2EA8-AF644088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15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1: Overview</a:t>
            </a:r>
            <a:endParaRPr lang="en-US" sz="2400" dirty="0"/>
          </a:p>
        </p:txBody>
      </p:sp>
      <p:pic>
        <p:nvPicPr>
          <p:cNvPr id="4" name="OPD Overview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62048"/>
            <a:ext cx="5303520" cy="2962303"/>
          </a:xfrm>
          <a:prstGeom prst="rect">
            <a:avLst/>
          </a:prstGeom>
          <a:ln w="12700">
            <a:solidFill>
              <a:srgbClr val="DBEAFE"/>
            </a:solidFill>
          </a:ln>
        </p:spPr>
      </p:pic>
      <p:sp>
        <p:nvSpPr>
          <p:cNvPr id="5" name="Text 3"/>
          <p:cNvSpPr/>
          <p:nvPr/>
        </p:nvSpPr>
        <p:spPr>
          <a:xfrm>
            <a:off x="365760" y="4267200"/>
            <a:ext cx="53035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Total Patients, Avg LOS, Readmission 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Patients by Medical Condition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Monthly Admission Trend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Patients by Gender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Condition / Timeline / Admission 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glance: 56K patients were admitted with an average stay of 15.5 days and a 1.17% readmission rate, with admission load spread evenly across all six tracked conditions and both genders.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15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2: Patient Details</a:t>
            </a:r>
            <a:endParaRPr lang="en-US" sz="2400" dirty="0"/>
          </a:p>
        </p:txBody>
      </p:sp>
      <p:pic>
        <p:nvPicPr>
          <p:cNvPr id="4" name="OPD Overview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42455"/>
            <a:ext cx="5303520" cy="2962303"/>
          </a:xfrm>
          <a:prstGeom prst="rect">
            <a:avLst/>
          </a:prstGeom>
          <a:ln w="12700">
            <a:solidFill>
              <a:srgbClr val="DBEAFE"/>
            </a:solidFill>
          </a:ln>
        </p:spPr>
      </p:pic>
      <p:sp>
        <p:nvSpPr>
          <p:cNvPr id="5" name="Text 3"/>
          <p:cNvSpPr/>
          <p:nvPr/>
        </p:nvSpPr>
        <p:spPr>
          <a:xfrm>
            <a:off x="365760" y="4267200"/>
            <a:ext cx="53035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Table — Name, Condition, Doctor, Hospital, LOS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— Billing Amount vs Target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Blood Group Distribution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Navigator — switch between report pages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from Overview page visuals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reached 5.43M against a 50,000 per-patient target, while all eight blood groups stay tightly clustered around 12.5% each, showing a well-balanced patient base.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15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load is evenly spread across all six tracked conditions (9.2K-9.3K each), so no single diagnosis dominates OPD capacity planning.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admissions hold a steady 4,500-5,000 patient band with a visible peak in August, useful for staffing and bed-allocation forecasts.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nearly identical (28K male vs 28K female), confirming the patient base is balanced across demographics.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 is 15.51 days against a low 1.17% readmission rate, showing very few patients return within 20 days of discharge.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of 5.43M of Recent Month far exceeds the per-patient target, and all eight blood groups stay within a tight 12.4%-12.6% band, showing balanced billing performance and a representative donor/patient mix.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 / 15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end-to-end Power BI solution from raw data to published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1.17% readmission rate reflects strong discharge quality, while the 15.51-day average stay stands out as the clearest opportunity area for the hospital to act 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of the Avg LOS and Readmission % DAX measures, built using DATEDIFF and DIVIDE over the cleaned admission/discharge dates.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Add a predictive readmission-risk model and a cost-per-condition page using the Billing Amount and Insurance Provider fields.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15 / 15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801</Words>
  <Application>Microsoft Office PowerPoint</Application>
  <PresentationFormat>On-screen Show (16:9)</PresentationFormat>
  <Paragraphs>136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Aseem Kaushal</cp:lastModifiedBy>
  <cp:revision>6</cp:revision>
  <dcterms:created xsi:type="dcterms:W3CDTF">2026-06-29T04:56:05Z</dcterms:created>
  <dcterms:modified xsi:type="dcterms:W3CDTF">2026-07-02T09:46:17Z</dcterms:modified>
</cp:coreProperties>
</file>